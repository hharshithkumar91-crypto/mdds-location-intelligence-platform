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BOLD ANALYTICS CAPSTONE 2026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Phase 2: API Development, Admin Dashboard &amp; B2B Portal</a:t>
            </a:r>
          </a:p>
          <a:p>
            <a:pPr>
              <a:defRPr sz="1700">
                <a:solidFill>
                  <a:srgbClr val="94A3B8"/>
                </a:solidFill>
              </a:defRPr>
            </a:pPr>
            <a:r>
              <a:t>REST Endpoints, Standard Response Envelopes, Multi-Tenant Security &amp; Demo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297680"/>
            <a:ext cx="1005840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ENGINEERING CONTRIBUTORS &amp; MILESTONE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Team: Harshith Kumar (HH), Riyan Pathan (RI), Geetha (YG)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Milestone: Phase 2 (Due: Sep 11, 2026) | Verification: 100% Automated API Tests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CORE REST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API Gateway Specifications (Section 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Standard Response Envelope (Section 6.3)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Every response returns uniform JSON structure.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success: boolean indicator of transaction state.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count: total records delivered in payload.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meta.requestId: unique tracing UUID (e.g. req_ad7b5b3f).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meta.responseTime: execution latency in milliseconds.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meta.rateLimit: remaining and limit quota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Core Endpoints &amp; Dropdown Schema (Section 6.4 &amp; 6.5)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GET /v1/states: Lists all states and union territories.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GET /v1/states/{id}/districts: Districts by state.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GET /v1/districts/{id}/subdistricts: Sub-districts by district.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GET /v1/subdistricts/{id}/villages: Paginated revenue villages.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GET /v1/autocomplete: Formats {value, label, fullAddress, hierarchy} for instant dropdown population.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REACT &amp; RECHARTS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Frontend Dashboard &amp; Admin Panel (Sections 7 &amp; 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Frontend Tech Stack (Section 7)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React 18+ with TypeScript for strict type checking.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Vite for ultra-fast HMR and optimized production bundles.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Tailwind CSS for responsive design system styling.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Recharts for responsive, declarative SVG visualizations.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Zustand (Global State) + React Query (Server Caching).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Performance SLA: Initial load &lt;2s, charts render &lt;500ms.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Admin Panel Features (Section 8)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Analytics Visualizations: Bar chart (top states), Line chart (30-day traffic), Area chart (p95/p99 latency).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User Management: Filter by status (Pending, Active) and plan type (Free, Premium, Pro).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User Approval Workflow: Review corporate email and unlock API key generation upon approval.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State Access Matrix: Grant full India, specific states, or regional bundles.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Village Master Browser: Paginated table (500 to 10,000 rows) with CSV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ENTERPRISE IDENTITY &amp; QUOTAS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Multi-Tenant Security &amp; Rate Limiting (Sections 10 &amp; 11)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Authentication &amp; Key Format (Section 10)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Dual-layer auth: JWT (24h) for web portal sessions; X-API-Key + X-API-Secret for programmatic access.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API Key syntax: ak_[32 hex characters] (e.g. ak_a1b2c3d4...).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API Secret syntax: as_[32 hex characters] (hashed with bcrypt).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Hardened Security Headers: nosniff, DENY, HSTS, CSP enforced on all responses.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Maximum 5 active keys per organization with instant revocation.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Tier Quotas &amp; Rate Limits (Section 11)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Free Tier ($0): 5,000 requests/day, 100 req/min burst.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Premium Tier ($49): 50,000 requests/day, 500 req/min burst.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 Tier ($199): 300,000 requests/day, 2,000 req/min burst.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Unlimited Tier ($499): 1,000,000 requests/day, 5,000 req/min burst.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Standard Headers: X-RateLimit-Limit, Remaining, Reset.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Alerts: Email notifications at 80% and 95% of daily limit.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B2B REFERENCE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Demo Client Project (Section 13)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Reference Web App Architecture (demo-client/)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Simple contact form application showcasing live API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Inputs: Full Name, Work Email, Phone, Village / Locality, Message.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Live Autocomplete: Queries /v1/autocomplete on &gt;= 2 characters.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Auto-Fill Mechanics: Selecting a village automatically populates Sub-District, District, State, and Country ('India').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Standardized Submission: Form submit payload contains verified standardized address.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Demo Configuration &amp; Security Guardrails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Public Demo Key: demo_public_key_for_presentations.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Strict Read-Only Access: Write operations rejected with 403 ACCESS_DENIED.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Restricted Quota: Capped at 100 requests per day to prevent abuse.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Regional Scoping: Restricted strictly to Maharashtra state data.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Auth Required for Presentations: Ready for client sales demos.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0A5FA"/>
                </a:solidFill>
              </a:defRPr>
            </a:pPr>
            <a:r>
              <a:t>100% SPECIFICATION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Verification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60A5FA"/>
                </a:solidFill>
              </a:defRPr>
            </a:pPr>
            <a:r>
              <a:t>Automated Test Suite Output (python scripts/test_phase2_apis.py)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[PASS] Server online &amp; healthy. HTTP 200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[PASS] Standard Response Envelope Validated (requestId, responseTime: 1ms, rateLimit: 99/100)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[PASS] GET /v1/states/st_27/districts -&gt; Found Nandurbar (code: 497)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[PASS] GET /v1/districts/dt_497/subdistricts -&gt; Found Akkalkuwa (preserved code: '03950')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[PASS] Section 6.5 Autocomplete Schema -&gt; { value, label: 'Manibeli', fullAddress, hierarchy }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[PASS] Section 6.6 Error Codes -&gt; 400 INVALID_QUERY, 401 INVALID_API_KEY, 403 ACCESS_DENIED, 404 NOT_FOUND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[PASS] 100% Test Pass across all Phase 2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